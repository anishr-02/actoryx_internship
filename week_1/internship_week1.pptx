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71" r:id="rId10"/>
    <p:sldId id="263" r:id="rId11"/>
    <p:sldId id="264" r:id="rId12"/>
    <p:sldId id="272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17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Week 1 Internship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" y="1417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</a:rPr>
              <a:t>A Journey from Python Scripts to Deployed Web Applications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2057400"/>
            <a:ext cx="850392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21762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FC7"/>
                </a:solidFill>
              </a:rPr>
              <a:t>Anish Rallabandi  |  Actoryx Internship  |  Week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Python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72768" y="2834640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572768" y="2834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Streamlit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25496" y="2834640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825496" y="2834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Gradio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78224" y="2834640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78224" y="2834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FastAPI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30952" y="2834640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00ED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330952" y="2834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MongoDB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0" y="2834640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Hugging Face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36408" y="2834640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836408" y="2834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GitHub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47472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493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</a:rPr>
              <a:t>16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20040" y="4087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7"/>
                </a:solidFill>
              </a:rPr>
              <a:t>Python Scripts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347472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68880" y="3493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</a:rPr>
              <a:t>32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2468880" y="4087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7"/>
                </a:solidFill>
              </a:rPr>
              <a:t>Apps Deployed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47472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17720" y="3493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</a:rPr>
              <a:t>7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617720" y="4087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7"/>
                </a:solidFill>
              </a:rPr>
              <a:t>Technologies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3474720"/>
            <a:ext cx="192024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766560" y="3493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</a:rPr>
              <a:t>5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766560" y="4087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7"/>
                </a:solidFill>
              </a:rPr>
              <a:t>Days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FC7"/>
                </a:solidFill>
              </a:rPr>
              <a:t>Recorded on Zoom  •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5 Days · 7 Technologies · End-to-End Development Pipeline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1645920" cy="3977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1168" y="777240"/>
            <a:ext cx="164592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1168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Day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1188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Basics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14996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7"/>
                </a:solidFill>
              </a:rPr>
              <a:t>16 programs written &amp; run in VS Code terminal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65960" y="777240"/>
            <a:ext cx="1645920" cy="3977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965960" y="777240"/>
            <a:ext cx="16459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965960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Day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1188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39112" y="182880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Apps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39112" y="2240280"/>
            <a:ext cx="14996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7"/>
                </a:solidFill>
              </a:rPr>
              <a:t>16 Streamlit + 16 Gradio interactive web apps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30752" y="777240"/>
            <a:ext cx="1645920" cy="3977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730752" y="777240"/>
            <a:ext cx="164592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730752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Day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30752" y="1188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803904" y="182880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03904" y="2240280"/>
            <a:ext cx="14996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7"/>
                </a:solidFill>
              </a:rPr>
              <a:t>16 REST endpoints + full CRUD application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95544" y="777240"/>
            <a:ext cx="1645920" cy="397764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95544" y="777240"/>
            <a:ext cx="1645920" cy="3474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95544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Day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95544" y="1188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68696" y="182880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68696" y="2240280"/>
            <a:ext cx="14996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7"/>
                </a:solidFill>
              </a:rPr>
              <a:t>32 apps on Hugging Face + MongoDB cloud database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60336" y="777240"/>
            <a:ext cx="1645920" cy="397764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260336" y="777240"/>
            <a:ext cx="16459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260336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Day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0336" y="1188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333488" y="182880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33488" y="2240280"/>
            <a:ext cx="14996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7"/>
                </a:solidFill>
              </a:rPr>
              <a:t>All code pushed via GitHub Desktop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B4D8"/>
                </a:solidFill>
              </a:rPr>
              <a:t>All code version-controlled on GitHub throughout the week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1 — Python Basics in VS Code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16 Programs · Loops · Conditions · Pattern Matching · Pandas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16 Programs Implemented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Print 1 to 10  (for loop basics)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5179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While Loop 1 to N  (user input)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385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Odd / Even Checker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Positive / Negative / Zero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7797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Voting Eligibility Checker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200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Compare Two Numbers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6210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4-Operation Calculator  (match/case)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041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Multiplication Table of 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097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Custom Multiplication 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5179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Sum of a List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938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Sum of Digits of a Number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3591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Factorial Calculator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7797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Divisors of a Number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Prime Number Checker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6210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Grade Calculator  (3 subjects)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40416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CSV File Viewer  (pandas)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</a:rPr>
              <a:t>Key Concepts:  for / while loops   ·   if / elif / else   ·   match / case   ·   int(input())   ·   pandas   ·   f-strings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1 — Spotlight: Calculator &amp; CSV Viewer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VS Code · Python 3 · pandas · match/case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Calculator — match/case pattern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185629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Why match/case?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336745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Cleaner than long if-elif chains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3690307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case _ acts as a catch-all (like 'else')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98678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Handles division by zero as a nested edge case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428396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Available from Python 3.10 onwards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0" y="7315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CSV Viewer — pandas</a:t>
            </a:r>
            <a:endParaRPr lang="en-US" sz="1100" dirty="0"/>
          </a:p>
        </p:txBody>
      </p:sp>
      <p:pic>
        <p:nvPicPr>
          <p:cNvPr id="16" name="Image 0" descr="/home/claude/img_vscode_c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996696"/>
            <a:ext cx="3647049" cy="20482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434840" y="318211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What is pandas?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389120" y="3383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Third-party library for data manipulation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0" y="37124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read_csv() loads the file into a DataFrame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0" y="40096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head(10) returns the first 10 rows as a table</a:t>
            </a:r>
            <a:endParaRPr lang="en-US" sz="950" dirty="0"/>
          </a:p>
        </p:txBody>
      </p:sp>
      <p:pic>
        <p:nvPicPr>
          <p:cNvPr id="23" name="Image 1" descr="/home/claude/img_vscode_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38900"/>
            <a:ext cx="3730264" cy="2006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2 — Streamlit &amp; Gradio Web Apps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All 16 Programs → Interactive Web Applications · 32 Apps Total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114800" cy="4297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731520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7315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🎈  Streamlit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What is it?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43771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A Python library that turns scripts into web apps — no HTML or JavaScript needed. Each widget re-runs the script on change.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Key components used: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st.number_input()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40280" y="2331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Numeric input field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st.selectbox()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40280" y="27249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Dropdown for operators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1181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st.button()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40280" y="311810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Trigger calculations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511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st.success()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40280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Green result display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9044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st.error()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0280" y="39044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Red error messages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st.dataframe()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40280" y="42976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Render CSV as a table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731520"/>
            <a:ext cx="4114800" cy="429768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731520"/>
            <a:ext cx="4114800" cy="38404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00600" y="7315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🔶  Gradio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</a:rPr>
              <a:t>What is it?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14447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Declare a Python function + its inputs/outputs — Gradio auto-generates the entire interface. Faster to set up than Streamlit.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2029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</a:rPr>
              <a:t>Key components used: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gr.Number()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95160" y="2331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Numeric input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27249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gr.Text()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95160" y="27249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Text output display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0" y="31181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gr.Dropdown()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95160" y="31181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Operator selection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3511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gr.Dataframe()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95160" y="3511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Tabular CSV display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37760" y="3904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gr.Interface(fn=,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95160" y="39044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Wraps any Python fn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37760" y="4297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inputs=, outputs=)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95160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into a full web UI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0AD1F4-F7F9-6F17-271A-4F4DA0E35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327" y="1251689"/>
            <a:ext cx="4480673" cy="2518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1EFEA8-5079-213A-9B3F-65DB70A92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1689"/>
            <a:ext cx="4480560" cy="2519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CA39B6-9C8F-76B0-C51B-8EEC7BB62F9C}"/>
              </a:ext>
            </a:extLst>
          </p:cNvPr>
          <p:cNvSpPr txBox="1"/>
          <p:nvPr/>
        </p:nvSpPr>
        <p:spPr>
          <a:xfrm>
            <a:off x="316523" y="218049"/>
            <a:ext cx="85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Streamlit and Gradio Calculator.py codes</a:t>
            </a:r>
          </a:p>
        </p:txBody>
      </p:sp>
    </p:spTree>
    <p:extLst>
      <p:ext uri="{BB962C8B-B14F-4D97-AF65-F5344CB8AC3E}">
        <p14:creationId xmlns:p14="http://schemas.microsoft.com/office/powerpoint/2010/main" val="139443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2 — Live Screenshots: Streamlit vs Gradio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Same calculator logic · Two completely different UI frameworks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Streamlit Calculator  (localhost:8501)</a:t>
            </a:r>
            <a:endParaRPr lang="en-US" sz="1100" dirty="0"/>
          </a:p>
        </p:txBody>
      </p:sp>
      <p:pic>
        <p:nvPicPr>
          <p:cNvPr id="6" name="Image 0" descr="/home/claude/img_streamlit_lo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1148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538728"/>
            <a:ext cx="41148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20040" y="35387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localhost:8501 — st.number_input + st.selectbox + st.success()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" y="3858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Full layout control — you design the page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74320" y="4178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Reruns the Python script on every widget change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4320" y="4498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st.success() renders the green result box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</a:rPr>
              <a:t>Gradio Calculator  (localhost:7860)</a:t>
            </a:r>
            <a:endParaRPr lang="en-US" sz="1100" dirty="0"/>
          </a:p>
        </p:txBody>
      </p:sp>
      <p:pic>
        <p:nvPicPr>
          <p:cNvPr id="13" name="Image 1" descr="/home/claude/img_gradio_lo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4114800" cy="274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54880" y="3538728"/>
            <a:ext cx="41148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800600" y="35387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localhost:7860 — gr.Interface() auto-generated layout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754880" y="3858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UI auto-generated from the function signature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54880" y="4178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Inputs on the left, output panel on the right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754880" y="4498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Submit button created automatically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</a:rPr>
              <a:t>Key difference:  Streamlit = full layout control in Python  |  Gradio = declare the function, UI is auto-generated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3 — FastAPI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REST API Endpoints + Full CRUD Application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114800" cy="4297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731520"/>
            <a:ext cx="411480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7315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⚡  16 Programs as API Endpoints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What is FastAPI?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A modern Python framework for building REST APIs. Instead of a web page, it exposes endpoints that other programs call over HTTP.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3749040" cy="8686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360273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@app.get("/odd-even")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check(num: int):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"Even" if num%2==0 else "Odd"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{"result": result}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at: http://127.0.0.1:8000/docs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HTTP Methods used: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777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07008" y="3246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Parameters passed via URL query string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77724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6393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POST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07008" y="36393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Data sent in request body as JSON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032504"/>
            <a:ext cx="777240" cy="2926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403250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Swagger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07008" y="40325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Auto-generated /docs for live testing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425696"/>
            <a:ext cx="777240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442569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Pydantic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07008" y="442569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Validates incoming request body shape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731520"/>
            <a:ext cx="4114800" cy="42976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00600" y="731520"/>
            <a:ext cx="4114800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00600" y="7315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🔄  CRUD Application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11887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What is CRUD?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14447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Create, Read, Update, Delete — the 4 fundamental database operations every real application needs.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1993392"/>
            <a:ext cx="77724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199339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99339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19933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Add a new user record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2651760"/>
            <a:ext cx="7772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37760" y="265176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06440" y="265176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26517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Retrieve user by ID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37760" y="3310128"/>
            <a:ext cx="777240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37760" y="331012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PUT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06440" y="331012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Update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9440" y="33101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Modify existing user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37760" y="3968496"/>
            <a:ext cx="777240" cy="47548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937760" y="396849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DELETE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06440" y="396849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Delete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49440" y="39684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Remove user from DB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37760" y="4572000"/>
            <a:ext cx="3327009" cy="323557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010912" y="4559339"/>
            <a:ext cx="3253857" cy="2686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Swagger UI → http://127.0.0.1:8000/docs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A20D81-D770-21FF-1428-5FF4EABE1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622" y="1648004"/>
            <a:ext cx="3002378" cy="168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5E2B19-7AE3-8F1A-E8C5-88C18CC98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811" y="1648004"/>
            <a:ext cx="2932164" cy="1648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C2FEAB-39CD-BBBA-1CED-B8B69E839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48004"/>
            <a:ext cx="2932164" cy="16480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4ADB09-54DA-87AA-FBF9-30E5D60E5A87}"/>
              </a:ext>
            </a:extLst>
          </p:cNvPr>
          <p:cNvSpPr txBox="1"/>
          <p:nvPr/>
        </p:nvSpPr>
        <p:spPr>
          <a:xfrm>
            <a:off x="626074" y="214587"/>
            <a:ext cx="7821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FastAPI CRUD App Code</a:t>
            </a:r>
          </a:p>
        </p:txBody>
      </p:sp>
    </p:spTree>
    <p:extLst>
      <p:ext uri="{BB962C8B-B14F-4D97-AF65-F5344CB8AC3E}">
        <p14:creationId xmlns:p14="http://schemas.microsoft.com/office/powerpoint/2010/main" val="2239248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3 — FastAPI Swagger UI in 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Tested live in browser at 127.0.0.1:8000/docs — no Postman needed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POST /users — Create a user (200 OK response)</a:t>
            </a:r>
            <a:endParaRPr lang="en-US" sz="1100" dirty="0"/>
          </a:p>
        </p:txBody>
      </p:sp>
      <p:pic>
        <p:nvPicPr>
          <p:cNvPr id="6" name="Image 0" descr="/home/claude/img_fastapi_p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11480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584448"/>
            <a:ext cx="41148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20040" y="3584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Response: { message: User created successfully, user: { name: Anish, age: 21 } }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" y="39044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Sent { name: 'Anish', age: 21 } as JSON body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7432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Server returned 200 OK with the created record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4320" y="4544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Auto-generated cURL command shown below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PUT /projects/{id} — Update a record</a:t>
            </a:r>
            <a:endParaRPr lang="en-US" sz="1100" dirty="0"/>
          </a:p>
        </p:txBody>
      </p:sp>
      <p:pic>
        <p:nvPicPr>
          <p:cNvPr id="13" name="Image 1" descr="/home/claude/img_fastapi_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4114800" cy="2788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54880" y="3584448"/>
            <a:ext cx="41148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800600" y="3584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PUT — projectName: project2, projectDescription: This is my second project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754880" y="39044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Passed project_id as a path parameter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5488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Sent updated fields in the JSON request body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754880" y="4544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Pydantic validates the body shape automatically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</a:rPr>
              <a:t>FastAPI generates this entire Swagger UI automatically — no extra tools or configuration required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4 — Hugging Face Spaces &amp; MongoDB Atlas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Cloud Deployment + Persistent Database Storage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114800" cy="42976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731520"/>
            <a:ext cx="41148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7315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🤗  Hugging Face Spaces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</a:rPr>
              <a:t>What is it?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Free cloud hosting for Streamlit and Gradio apps. Each Space = one app. Upload app.py + requirements.txt → it's live.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</a:rPr>
              <a:t>What was deployed: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16 Streamlit apps — each with its own Space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688336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16 Gradio apps — each with its own Space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072384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Total: 32 publicly accessible URLs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456432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Each Space has app.py + requirements.txt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840480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Correct SDK selected: Streamlit or Gradio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224528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Zero server setup — fully managed by HuggingFace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3749040" cy="400929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26253" y="4541754"/>
            <a:ext cx="2575090" cy="2602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requirements.txt</a:t>
            </a:r>
            <a:endParaRPr lang="en-US" sz="800" dirty="0"/>
          </a:p>
          <a:p>
            <a:r>
              <a:rPr lang="en-US" sz="8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800" dirty="0"/>
          </a:p>
          <a:p>
            <a:r>
              <a:rPr lang="en-US" sz="8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93566" y="731520"/>
            <a:ext cx="4114800" cy="4297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731520"/>
            <a:ext cx="411480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0600" y="7315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🍃  MongoDB Atlas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11887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What is it?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144475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A NoSQL cloud database. Unlike SQL tables, MongoDB stores data as JSON documents inside collections — flexible, no fixed schema.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01168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Setup steps: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2304288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Created a free M0 cluster on atlas.mongodb.com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2688336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Created a database user + connection string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3072384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Whitelisted IP address for access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3456432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Used pymongo library to connect FastAPI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0" y="3840480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CRUD operations now write to Atlas cloud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4224528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Data persists even after server restarts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37760" y="4572000"/>
            <a:ext cx="3622431" cy="400929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10912" y="4584661"/>
            <a:ext cx="3408602" cy="346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MongoClient("mongodb+srv://...")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client["genai"]["projects"]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3E29DA-C4BA-43F0-1B8E-36C4C7050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1634605"/>
            <a:ext cx="2961102" cy="1664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26A1A4-1403-ECAF-46C8-AF5CA1092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449" y="1634605"/>
            <a:ext cx="2961101" cy="1664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BE2E17-A7D8-4472-EDFF-760232D82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897" y="1634606"/>
            <a:ext cx="2961102" cy="15929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84E232-2323-93A7-465F-7316212D089C}"/>
              </a:ext>
            </a:extLst>
          </p:cNvPr>
          <p:cNvSpPr txBox="1"/>
          <p:nvPr/>
        </p:nvSpPr>
        <p:spPr>
          <a:xfrm>
            <a:off x="49237" y="155354"/>
            <a:ext cx="678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 for the FastAPI CRUD App with MongoDB for persistent storage</a:t>
            </a:r>
          </a:p>
        </p:txBody>
      </p:sp>
    </p:spTree>
    <p:extLst>
      <p:ext uri="{BB962C8B-B14F-4D97-AF65-F5344CB8AC3E}">
        <p14:creationId xmlns:p14="http://schemas.microsoft.com/office/powerpoint/2010/main" val="2267887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4 — Live: HuggingFace Space &amp; MongoDB Atlas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Apps deployed to the cloud · Data stored permanently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HuggingFace Space — Calculator App (Live)</a:t>
            </a:r>
            <a:endParaRPr lang="en-US" sz="1100" dirty="0"/>
          </a:p>
        </p:txBody>
      </p:sp>
      <p:pic>
        <p:nvPicPr>
          <p:cNvPr id="6" name="Image 0" descr="/home/claude/img_hf_stream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11480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584448"/>
            <a:ext cx="41148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20040" y="3584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huggingface.co/spaces/Anish-R/calculator1 · Status: Running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" y="39044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Public URL — accessible by anyone, anywhere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7432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Same app as localhost:8501 but hosted in cloud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4320" y="4544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No Python installation needed for users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MongoDB Atlas — Data Explorer</a:t>
            </a:r>
            <a:endParaRPr lang="en-US" sz="1100" dirty="0"/>
          </a:p>
        </p:txBody>
      </p:sp>
      <p:pic>
        <p:nvPicPr>
          <p:cNvPr id="13" name="Image 1" descr="/home/claude/img_mongo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4114800" cy="2788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54880" y="3584448"/>
            <a:ext cx="41148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800600" y="3584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Atlas → genai → projects collection → 2 documents stored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754880" y="39044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2 project documents stored as JSON in Atlas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5488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Each has _id (auto), projectName, projectDescription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754880" y="4544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▸  Data persists permanently — survives server restart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D6A0"/>
                </a:solidFill>
              </a:rPr>
              <a:t>Before MongoDB: data lost on server restart  →  After MongoDB Atlas: data lives permanently in the cloud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Day 5 — Version Control with GitHub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GitHub Desktop · All code organized and pushed to the cloud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What is GitHub?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A cloud platform for storing and tracking code using Git. Every change is recorded with a commit message — giving a full history of the project.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Repository Structure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4114800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837944"/>
            <a:ext cx="396849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actoryx_internship/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day_1/   → 16 Python programs (.py)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day_2/   → 16 Streamlit + 16 Gradio apps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day_3/   → FastAPI endpoints + CRUD app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day_4/   → HuggingFace apps + MongoDB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Key Git Concepts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822192"/>
            <a:ext cx="123444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38221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Repository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72768" y="3822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Project folder tracked by GitHub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4142232"/>
            <a:ext cx="123444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41422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Commit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72768" y="41422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Saved snapshot with a description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462272"/>
            <a:ext cx="123444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446227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72768" y="44622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Upload local commits to GitHub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782312"/>
            <a:ext cx="123444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47823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README.md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72768" y="4782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Project description shown on the repo page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Backup — code is safe even if local machine fails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2037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History — every day's work is recorded with timestamps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6243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Transparency — mentor can review all code at any 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0449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Collaboration — multiple people can work on same 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4655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GitHub Desktop — visual UI, no command-line git needed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▸  Organized by day — easy to navigate for presentations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297680"/>
            <a:ext cx="41148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46320" y="42976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Workflow:  Write code in VS Code  →  Open GitHub Desktop  →  Review changed files  →  Write commit message  →  Push to GitHub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Technologies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7 Tools · 1 Complete Development Pipeline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0624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91440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🐍 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777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Foundation for all 16 programs. Loops, conditions, pattern matching (match/case), pandas for data.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801368"/>
            <a:ext cx="420624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" y="1801368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180136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🎈 Streamlit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8013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Converted Python scripts to web apps. Full layout control using widgets like st.number_input and st.dataframe.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825496"/>
            <a:ext cx="420624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28600" y="2825496"/>
            <a:ext cx="91440" cy="9144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825496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</a:rPr>
              <a:t>🔶 Gradio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2825496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Declarative UI — wrap any Python function with gr.Interface() and Gradio builds the entire page automatically.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849624"/>
            <a:ext cx="420624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" y="3849624"/>
            <a:ext cx="91440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849624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⚡ FastAPI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3849624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Built REST API endpoints for all 16 programs + a CRUD app with POST/GET/PUT/DELETE and auto Swagger docs.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777240"/>
            <a:ext cx="420624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09160" y="777240"/>
            <a:ext cx="91440" cy="914400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92040" y="777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D64"/>
                </a:solidFill>
              </a:rPr>
              <a:t>🍃 MongoDB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777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NoSQL cloud database (Atlas). Connected to FastAPI with pymongo so CRUD data persists permanently.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801368"/>
            <a:ext cx="420624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1801368"/>
            <a:ext cx="9144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180136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🤗 Hugging Face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18013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Deployed all 32 web apps as public Spaces. Each app = its own URL. Free hosting, zero server management.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825496"/>
            <a:ext cx="420624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09160" y="2825496"/>
            <a:ext cx="9144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92040" y="2825496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🐙 GitHub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2825496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</a:rPr>
              <a:t>Version control for all code, organized by day. Used GitHub Desktop — no command-line git required.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F4FD"/>
                </a:solidFill>
              </a:rPr>
              <a:t>Week 1 Reflection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22960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82296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Went from basic Python scripts to fully deployed cloud applications — in just 5 days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859536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82296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161848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161848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Understood how 7 technologies connect into one real pipeline: write → UI → API → store → deploy → track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14016"/>
            <a:ext cx="859536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822960" cy="685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2414016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2414016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Built and publicly deployed 32 web applications (16 Streamlit + 16 Gradio) on Hugging Face Spaces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09544"/>
            <a:ext cx="859536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3209544"/>
            <a:ext cx="822960" cy="6858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3209544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3209544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Implemented a complete CRUD API (POST, GET, PUT, DELETE) backed by a persistent MongoDB cloud database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859536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82296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400507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88720" y="40050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Used GitHub for version control — all work organized into a clean, daily-folder repository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68580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828800" y="1874520"/>
            <a:ext cx="5486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20116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B4D8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27432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FC7"/>
                </a:solidFill>
              </a:rPr>
              <a:t>Anish Rallabandi  |  Actoryx Internship  |  Week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77B6"/>
                </a:solidFill>
              </a:rPr>
              <a:t>🔗  github.com/AnishR-02/actoryx_internship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164592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</a:rPr>
              <a:t>Python Programs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4023360"/>
            <a:ext cx="164592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0" y="4023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32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0" y="4526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</a:rPr>
              <a:t>Apps Deployed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4023360"/>
            <a:ext cx="164592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63440" y="4023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4526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</a:rPr>
              <a:t>Technologies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4023360"/>
            <a:ext cx="164592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0" y="4023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83680" y="4526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7"/>
                </a:solidFill>
              </a:rPr>
              <a:t>Days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1913</Words>
  <Application>Microsoft Office PowerPoint</Application>
  <PresentationFormat>On-screen Show (16:9)</PresentationFormat>
  <Paragraphs>296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Anish Rallabandi</cp:lastModifiedBy>
  <cp:revision>19</cp:revision>
  <dcterms:created xsi:type="dcterms:W3CDTF">2026-05-10T17:06:39Z</dcterms:created>
  <dcterms:modified xsi:type="dcterms:W3CDTF">2026-05-11T06:29:09Z</dcterms:modified>
</cp:coreProperties>
</file>
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180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640080"/>
            <a:ext cx="3200400" cy="320040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Size Calculator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System Sizing — Powered by Agentic AI</a:t>
            </a:r>
          </a:p>
          <a:p>
            <a:pPr marL="0" indent="0">
              <a:buNone/>
            </a:pPr>
            <a:endParaRPr lang="en-US" sz="1400" dirty="0">
              <a:solidFill>
                <a:srgbClr val="F59E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Anish Kaushik Rallabandi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intelligent tool that calculates optimal solar panel capacity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natural language input, MCP tool calling, and real-time computation.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4069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40690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Internship — Week 3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solar panel sizing difficult?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Calculations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sizing involves multiple variables — energy consumption, sun hours, efficiency losses, and safety margins — that must all be combined correctly.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517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Jargon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like 'peak sun hours', 'system efficiency', and 'DG capacity' are unfamiliar to most users, making manual calculators hard to use.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Agentic Interface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require exact inputs in forms. No tool lets you simply describe your needs in plain English and get an instant answer.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 An agentic AI tool that accepts plain English and handles all the math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Stack + Agentic AI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5087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tab + AI Assistant chat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MCP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3774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port, one process — REST for humans, MCP for AI agents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9535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2461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— understands plain English, calls MCP tools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822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2336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0" y="41148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calculation with inputs, results, and timestamp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tool agentic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Manual Calculator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input with 5 parameters. Instant results showing system size, panel count, and energy generation estimates.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Natural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plain English: 'I need solar panels for a 30 kWh/day house in Mumbai' — the agent handles everything.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MCP Tool Calling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uses Model Context Protocol to call the calculation tool — same endpoint available to any AI agent or LLM.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29184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MongoDB Persistence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840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calculation is saved to MongoDB Atlas — inputs, results, and timestamp — accessible via the /history endpoint.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DG size is determined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Size (kW)  =  Daily Consumption (kWh)  ÷  ( Peak Sun Hours  ×  System Efficiency )  ×  Safety Margin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Consumption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electricity the site uses per day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20 kWh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Sun Hours 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hrs/day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hours of strong sunlight for the location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5.0 for Mumbai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39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Efficiency 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639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retained after wiring and inverter losses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0.8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639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Margin 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3639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to prevent the system running at full capacity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4251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1.1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application now...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754880"/>
            <a:ext cx="20116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Calculator Tab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4754880"/>
            <a:ext cx="20116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MongoDB Atlas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4754880"/>
            <a:ext cx="20116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Assistant Tab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the agentic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is an open standard that lets AI agents discover and call tools — like USB-C for AI. Any MCP client (Claude, GPT, Cursor) can connect to any MCP server and call its tools automatically.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92024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76272" y="24688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2194560"/>
            <a:ext cx="192024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tools/list → tools/call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25112" y="24688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192024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/mcp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73952" y="24688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2280" y="2194560"/>
            <a:ext cx="192024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calculate_dg_size()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matters: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721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/mcp endpoint works for ANY AI agent — not just our frontend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0142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auto-discovers available tools via tools/list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342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306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auto-generated from Python type hints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268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5994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MCP run on the same port (8000) in one process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&amp;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Week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a project so domain logic, REST transport, and MCP transport are completely separate — one change propagates everywhere.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84124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Function Calling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43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define tools with JSON Schema so an LLM can discover and call them with the right parameters from a natural language prompt.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9125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in Practice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5112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REST and MCP can share one port and one process using an ASGI dispatcher — and why this matters for deploying agentic systems.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32504"/>
            <a:ext cx="84124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7822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4105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Engineering 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3982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DG sizing works — daily consumption, peak sun hours, system efficiency, and safety margins — well enough to build a correct calculator.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Size Calculator · Actoryx Internship · Week 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17830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9067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657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Written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017520"/>
            <a:ext cx="17830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09067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3657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3017520"/>
            <a:ext cx="17830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09067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Interfaces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3017520"/>
            <a:ext cx="17830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09067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629400" y="3657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Port, 1 Process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· MCP · React · MongoDB Atlas · Groq + Llama 3.1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782</Words>
  <Application>Microsoft Office PowerPoint</Application>
  <PresentationFormat>On-screen Show (16:9)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Size Calculator</dc:title>
  <dc:subject>PptxGenJS Presentation</dc:subject>
  <dc:creator>PptxGenJS</dc:creator>
  <cp:lastModifiedBy>Anish Rallabandi</cp:lastModifiedBy>
  <cp:revision>4</cp:revision>
  <dcterms:created xsi:type="dcterms:W3CDTF">2026-05-24T14:04:51Z</dcterms:created>
  <dcterms:modified xsi:type="dcterms:W3CDTF">2026-05-24T15:36:44Z</dcterms:modified>
</cp:coreProperties>
</file>